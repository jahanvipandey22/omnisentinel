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1E46"/>
                </a:solidFill>
              </a:defRPr>
            </a:pPr>
            <a:r>
              <a:t>TARGET PLATFORM: HP OMNIBOOK ULTRA (SNAPDRAGON® X ELITE / HEXAGON NPU)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OmniSentinel: Zero-Cloud Ambient Privacy &amp; Intelligence Sentry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F5D4"/>
                </a:solidFill>
              </a:defRPr>
            </a:pPr>
            <a:r>
              <a:t>Snapdragon® AI Lab Build &amp; Present Challenge | Qualcomm &amp; 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297680"/>
          </a:xfrm>
          <a:prstGeom prst="roundRect">
            <a:avLst/>
          </a:prstGeom>
          <a:solidFill>
            <a:srgbClr val="141821"/>
          </a:solidFill>
          <a:ln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Presenter: Jahanvi Pandey | Solution Submission Round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Core Silicon Engine: Qualcomm Hexagon NPU (45 TOPS) via Qualcomm AI Hub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Continuous AI Sensing Power: Under 2.8W Total Active AI Sub-system Envelope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Security Certification: 100% Air-Gapped Zero-Cloud Network Egress Guarantee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OmniSentinel | Qualcomm &amp; HP Challenge Submission  •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1E46"/>
                </a:solidFill>
              </a:defRPr>
            </a:pPr>
            <a:r>
              <a:t>THE CRITICAL INDUSTRY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Enterprise Privacy &amp; Hardware Dilemma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F5D4"/>
                </a:solidFill>
              </a:defRPr>
            </a:pPr>
            <a:r>
              <a:t>Why Traditional Mobile Computing Fails Modern Hybrid Executives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297680"/>
          </a:xfrm>
          <a:prstGeom prst="roundRect">
            <a:avLst/>
          </a:prstGeom>
          <a:solidFill>
            <a:srgbClr val="141821"/>
          </a:solidFill>
          <a:ln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Visual Espionage: 82% of mobile executives face shoulder-surfing in flights, cafes, and open offices.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The Cloud AI Trap: Third-party meeting assistants (Otter, Recall.ai) transmit confidential IP over public WAN.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The x86 Battery Meltdown: Running concurrent vision + speech models drains 70Wh laptop batteries in 2.3 hours.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Thermal Throttling: Legacy x86 chips roar with 38dB loud fan noise and exhaust 25W+ of wasteful heat.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OmniSentinel | Qualcomm &amp; HP Challenge Submission  •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1E46"/>
                </a:solidFill>
              </a:defRPr>
            </a:pPr>
            <a:r>
              <a:t>CORE ARCHITECTURE &amp;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OmniSentinel: The Breakthrough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F5D4"/>
                </a:solidFill>
              </a:defRPr>
            </a:pPr>
            <a:r>
              <a:t>Three Autonomous Air-Gapped Intelligence Pillars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297680"/>
          </a:xfrm>
          <a:prstGeom prst="roundRect">
            <a:avLst/>
          </a:prstGeom>
          <a:solidFill>
            <a:srgbClr val="141821"/>
          </a:solidFill>
          <a:ln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GlanceGuard Vision Sentry: Sub-5ms MobileNetV4 background tracking deployed on Hexagon NPU with Smart Blur.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MeetingBrain Offline Audio: Real-time Whisper-Base speech transcription + Llama-3.2 local SLM action items.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Contradiction Radar: Autonomous on-device reasoning flagging executive conflicts and factual discrepancies.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PrivaDoc Semantic Vector RAG: In-memory INT8 cosine similarity search over confidential PDFs with 0 bytes egress.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OmniSentinel | Qualcomm &amp; HP Challenge Submission  •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1E46"/>
                </a:solidFill>
              </a:defRPr>
            </a:pPr>
            <a:r>
              <a:t>QUALCOMM AI HUB VALIDATED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Snapdragon Advantage: Silicon Benchmark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F5D4"/>
                </a:solidFill>
              </a:defRPr>
            </a:pPr>
            <a:r>
              <a:t>Quantifiable Hardware Supremacy vs. Intel Meteor Lake &amp; Cloud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297680"/>
          </a:xfrm>
          <a:prstGeom prst="roundRect">
            <a:avLst/>
          </a:prstGeom>
          <a:solidFill>
            <a:srgbClr val="141821"/>
          </a:solidFill>
          <a:ln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GlanceGuard Vision: 4.8 ms (208.3 FPS) on Snapdragon X NPU vs 18.2 ms on Intel Core Ultra 7 (3.8x Faster).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MeetingBrain Audio: 42.0 ms / sec audio on Hexagon HTP vs 220.0 ms on Intel Meteor Lake (5.2x Faster).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Local SLM Reasoning: 38.5 tok/s (45ms TTFT) at 3.8W on Snapdragon vs 8.2 tok/s at 35W on Intel x86 (4.7x Faster).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Total System Envelope: 2.8W continuous multi-model sensing yielding 18.4 hours battery on HP 70Wh cell.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OmniSentinel | Qualcomm &amp; HP Challenge Submission  •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1E46"/>
                </a:solidFill>
              </a:defRPr>
            </a:pPr>
            <a: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End-to-End System Pipeline &amp; Qualcomm AI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F5D4"/>
                </a:solidFill>
              </a:defRPr>
            </a:pPr>
            <a:r>
              <a:t>Model Optimization, Quantization, and Execution Providers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297680"/>
          </a:xfrm>
          <a:prstGeom prst="roundRect">
            <a:avLst/>
          </a:prstGeom>
          <a:solidFill>
            <a:srgbClr val="141821"/>
          </a:solidFill>
          <a:ln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Qualcomm AI Hub SDK: Automated INT8 / W4A16 quantization and compilation targeting QNN HTP architecture.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ONNX Runtime Execution: Native QNNExecutionProvider direct offload to QnnHtp.dll driver binaries.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Zero Cloud Sockets: Network telemetry audited via Windows Filtering Platform (WFP) ensuring 0.00 KB egress.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Zero-Latency Hand-off: Shared memory ring buffers transferring frames between vision and audio pipelines in &lt; 1ms.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OmniSentinel | Qualcomm &amp; HP Challenge Submission  •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1E46"/>
                </a:solidFill>
              </a:defRPr>
            </a:pPr>
            <a:r>
              <a:t>VALIDATION &amp;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Live Demonstration &amp; Airplane Mode Certification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F5D4"/>
                </a:solidFill>
              </a:defRPr>
            </a:pPr>
            <a:r>
              <a:t>Proven Zero-Cloud Operation on Live 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297680"/>
          </a:xfrm>
          <a:prstGeom prst="roundRect">
            <a:avLst/>
          </a:prstGeom>
          <a:solidFill>
            <a:srgbClr val="141821"/>
          </a:solidFill>
          <a:ln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Step 1 (Air-Gap Audit): Wi-Fi completely disabled in Airplane Mode; real-time WAN counter locked at 0.00 KB.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Step 2 (Bystander Tracking): GlanceGuard detects over-the-shoulder gaze at 42° angle; Smart Blur engages in 20ms.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Step 3 (Panic Gesture): Open palm gesture triggers immediate frosted curtain lockdown and audio mute.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Step 4 (Meeting Intelligence): Whisper STT transcribes multi-speaker conversation; SLM detects budget contradiction.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OmniSentinel | Qualcomm &amp; HP Challenge Submission  •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1E46"/>
                </a:solidFill>
              </a:defRPr>
            </a:pPr>
            <a:r>
              <a:t>INNOVATION HIGHLIGHT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Dynamic Location Trust &amp; Environmental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F5D4"/>
                </a:solidFill>
              </a:defRPr>
            </a:pPr>
            <a:r>
              <a:t>Context-Aware Sensing Policies Adapting to Real-World Surroundings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297680"/>
          </a:xfrm>
          <a:prstGeom prst="roundRect">
            <a:avLst/>
          </a:prstGeom>
          <a:solidFill>
            <a:srgbClr val="141821"/>
          </a:solidFill>
          <a:ln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Home Sanctuary Mode (95% Trust): Casual relaxed sensing, zero false blurs, optimized 20ms baseline protection.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Co-Working Mode (58% Trust): Public hotspot policy, active shoulder-surfing defense, selective window redaction.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Airport / Transit Lounge Mode (24% Trust): Paranoid security shield, full screen blanking on peripheral motion.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Adaptive Acoustic Filtering: Dual-mic directional beamforming rejecting ambient cafe chatter.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OmniSentinel | Qualcomm &amp; HP Challenge Submission  •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1E46"/>
                </a:solidFill>
              </a:defRPr>
            </a:pPr>
            <a:r>
              <a:t>BUSINESS IMPACT &amp;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Enterprise Commercialization &amp; HP OmniBook Synergy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F5D4"/>
                </a:solidFill>
              </a:defRPr>
            </a:pPr>
            <a:r>
              <a:t>Strategic Product Fit for HP AI Companion &amp; Corporate Fleets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297680"/>
          </a:xfrm>
          <a:prstGeom prst="roundRect">
            <a:avLst/>
          </a:prstGeom>
          <a:solidFill>
            <a:srgbClr val="141821"/>
          </a:solidFill>
          <a:ln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Native HP Integration: Pre-packaged as a premium enterprise security module within HP AI Companion.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Target Enterprise Verticals: Defense, Corporate M&amp;A, Healthcare (HIPAA), Legal, and Financial Institutions.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Subscription Value Proposition: Zero cloud API recurring costs saves enterprise $180/user/year over cloud assistants.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Hardware Pull-Through: Direct competitive weapon driving HP OmniBook Ultra corporate procurement cycles.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OmniSentinel | Qualcomm &amp; HP Challenge Submission  •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1E46"/>
                </a:solidFill>
              </a:defRPr>
            </a:pPr>
            <a:r>
              <a:t>FUTURE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Product Scalability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F5D4"/>
                </a:solidFill>
              </a:defRPr>
            </a:pPr>
            <a:r>
              <a:t>From On-Device Privacy to Enterprise Autonomous Sentry Fleet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297680"/>
          </a:xfrm>
          <a:prstGeom prst="roundRect">
            <a:avLst/>
          </a:prstGeom>
          <a:solidFill>
            <a:srgbClr val="141821"/>
          </a:solidFill>
          <a:ln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Phase 1 (Delivered): Multimodal vision, audio, SLM reasoning, and vector RAG running 100% on Hexagon NPU.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Phase 2 (Q1 2027): Multi-camera USB-C peripheral synchronization for 360-degree executive cubicle coverage.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Phase 3 (Q2 2027): Hardware-enforced cryptographic key isolation within Snapdragon Secure Processing Unit (SPU).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Phase 4 (Enterprise Fleet): Fleet-wide zero-trust policy provisioning via Microsoft Intune and HP Wolf Security.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OmniSentinel | Qualcomm &amp; HP Challenge Submission  •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1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1E46"/>
                </a:solidFill>
              </a:defRPr>
            </a:pPr>
            <a:r>
              <a:t>QUALCOMM &amp; HP CHALLENGE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Conclusion: The Pinnacle of Snapdragon On-Device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F5D4"/>
                </a:solidFill>
              </a:defRPr>
            </a:pPr>
            <a:r>
              <a:t>Empowering Executives with Uncompromising Privacy and Boundless Battery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728655" cy="4297680"/>
          </a:xfrm>
          <a:prstGeom prst="roundRect">
            <a:avLst/>
          </a:prstGeom>
          <a:solidFill>
            <a:srgbClr val="141821"/>
          </a:solidFill>
          <a:ln>
            <a:solidFill>
              <a:srgbClr val="28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Unmatched Efficiency: 2.8W AI sub-system draw unlocking 18.4 hours of continuous enterprise productivity.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Absolute Confidentiality: Zero bytes sent to cloud; completely immune to data breaches and eavesdropping.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Instant Edge Response: 4.8ms vision latency and 38.5 tok/s local generation on Qualcomm Hexagon NPU.</a:t>
            </a:r>
          </a:p>
          <a:p>
            <a:pPr>
              <a:spcAft>
                <a:spcPts val="2000"/>
              </a:spcAft>
              <a:defRPr sz="1600">
                <a:solidFill>
                  <a:srgbClr val="FFFFFF"/>
                </a:solidFill>
              </a:defRPr>
            </a:pPr>
            <a:r>
              <a:t>•  Submission Status: Ready for technical and architectural evaluation by Qualcomm &amp; HP leadership.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</a:defRPr>
            </a:pPr>
            <a:r>
              <a:t>OmniSentinel | Qualcomm &amp; HP Challenge Submission  •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